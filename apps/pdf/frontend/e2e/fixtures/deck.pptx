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7556500" cy="106934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187640" y="1137960"/>
            <a:ext cx="5180400" cy="159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187640" y="2997000"/>
            <a:ext cx="5180400" cy="555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87640" y="1137960"/>
            <a:ext cx="5180400" cy="159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187640" y="2997000"/>
            <a:ext cx="5180400" cy="555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914400" y="782280"/>
            <a:ext cx="2250000" cy="35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Report page 1</a:t>
            </a:r>
            <a:endParaRPr b="0" lang="en-US" sz="2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914400" y="1673640"/>
            <a:ext cx="40546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Confidential account number 4111 1111 1111 1111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" name=""/>
          <p:cNvSpPr/>
          <p:nvPr/>
        </p:nvSpPr>
        <p:spPr>
          <a:xfrm>
            <a:off x="914400" y="4089240"/>
            <a:ext cx="2540520" cy="1524240"/>
          </a:xfrm>
          <a:custGeom>
            <a:avLst/>
            <a:gdLst/>
            <a:ahLst/>
            <a:rect l="0" t="0" r="r" b="b"/>
            <a:pathLst>
              <a:path w="7057" h="4234">
                <a:moveTo>
                  <a:pt x="0" y="4234"/>
                </a:moveTo>
                <a:lnTo>
                  <a:pt x="0" y="0"/>
                </a:lnTo>
                <a:lnTo>
                  <a:pt x="7057" y="0"/>
                </a:lnTo>
                <a:lnTo>
                  <a:pt x="7057" y="4234"/>
                </a:lnTo>
                <a:lnTo>
                  <a:pt x="0" y="4234"/>
                </a:lnTo>
                <a:close/>
              </a:path>
            </a:pathLst>
          </a:custGeom>
          <a:solidFill>
            <a:srgbClr val="3366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914400" y="2181960"/>
            <a:ext cx="33199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Visit https://utilfoundry.com for more tools.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914400" y="782280"/>
            <a:ext cx="2250000" cy="35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Report page 2</a:t>
            </a:r>
            <a:endParaRPr b="0" lang="en-US" sz="2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914400" y="1673640"/>
            <a:ext cx="40546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Confidential account number 4111 1111 1111 1111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" name=""/>
          <p:cNvSpPr/>
          <p:nvPr/>
        </p:nvSpPr>
        <p:spPr>
          <a:xfrm>
            <a:off x="914400" y="4089240"/>
            <a:ext cx="2540520" cy="1524240"/>
          </a:xfrm>
          <a:custGeom>
            <a:avLst/>
            <a:gdLst/>
            <a:ahLst/>
            <a:rect l="0" t="0" r="r" b="b"/>
            <a:pathLst>
              <a:path w="7057" h="4234">
                <a:moveTo>
                  <a:pt x="0" y="4234"/>
                </a:moveTo>
                <a:lnTo>
                  <a:pt x="0" y="0"/>
                </a:lnTo>
                <a:lnTo>
                  <a:pt x="7057" y="0"/>
                </a:lnTo>
                <a:lnTo>
                  <a:pt x="7057" y="4234"/>
                </a:lnTo>
                <a:lnTo>
                  <a:pt x="0" y="4234"/>
                </a:lnTo>
                <a:close/>
              </a:path>
            </a:pathLst>
          </a:custGeom>
          <a:solidFill>
            <a:srgbClr val="3366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914400" y="2181960"/>
            <a:ext cx="33199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Visit https://utilfoundry.com for more tools.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 txBox="1"/>
          <p:nvPr/>
        </p:nvSpPr>
        <p:spPr>
          <a:xfrm>
            <a:off x="914400" y="782280"/>
            <a:ext cx="2250000" cy="35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Report page 3</a:t>
            </a:r>
            <a:endParaRPr b="0" lang="en-US" sz="2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914400" y="1673640"/>
            <a:ext cx="40546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Confidential account number 4111 1111 1111 1111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" name=""/>
          <p:cNvSpPr/>
          <p:nvPr/>
        </p:nvSpPr>
        <p:spPr>
          <a:xfrm>
            <a:off x="914400" y="4089240"/>
            <a:ext cx="2540520" cy="1524240"/>
          </a:xfrm>
          <a:custGeom>
            <a:avLst/>
            <a:gdLst/>
            <a:ahLst/>
            <a:rect l="0" t="0" r="r" b="b"/>
            <a:pathLst>
              <a:path w="7057" h="4234">
                <a:moveTo>
                  <a:pt x="0" y="4234"/>
                </a:moveTo>
                <a:lnTo>
                  <a:pt x="0" y="0"/>
                </a:lnTo>
                <a:lnTo>
                  <a:pt x="7057" y="0"/>
                </a:lnTo>
                <a:lnTo>
                  <a:pt x="7057" y="4234"/>
                </a:lnTo>
                <a:lnTo>
                  <a:pt x="0" y="4234"/>
                </a:lnTo>
                <a:close/>
              </a:path>
            </a:pathLst>
          </a:custGeom>
          <a:solidFill>
            <a:srgbClr val="3366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914400" y="2181960"/>
            <a:ext cx="331992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Visit https://utilfoundry.com for more tools.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LibreOffice/24.2.7.2$Linux_AARCH64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